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sldIdLst>
    <p:sldId id="256" r:id="rId6"/>
    <p:sldId id="265" r:id="rId7"/>
    <p:sldId id="266" r:id="rId8"/>
    <p:sldId id="264" r:id="rId9"/>
    <p:sldId id="344" r:id="rId10"/>
    <p:sldId id="345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262" r:id="rId20"/>
    <p:sldId id="261" r:id="rId21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6"/>
            <p14:sldId id="265"/>
            <p14:sldId id="266"/>
          </p14:sldIdLst>
        </p14:section>
        <p14:section name="Material" id="{BA54B500-F180-43D6-9F41-782B84DC4CA6}">
          <p14:sldIdLst>
            <p14:sldId id="264"/>
            <p14:sldId id="344"/>
            <p14:sldId id="345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</p14:sldIdLst>
        </p14:section>
        <p14:section name="REFERENCE" id="{82098E28-DACF-4424-86A1-E861B2DCC6FF}">
          <p14:sldIdLst>
            <p14:sldId id="262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008FD5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3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ert Y Rumagit" userId="deb455b1-44d5-49fa-93c7-bab5a2f79d92" providerId="ADAL" clId="{DAC25509-9FA2-4C1D-AE9A-6599523623B9}"/>
    <pc:docChg chg="custSel modSld">
      <pc:chgData name="Reinert Y Rumagit" userId="deb455b1-44d5-49fa-93c7-bab5a2f79d92" providerId="ADAL" clId="{DAC25509-9FA2-4C1D-AE9A-6599523623B9}" dt="2022-12-21T08:57:14.164" v="5" actId="20577"/>
      <pc:docMkLst>
        <pc:docMk/>
      </pc:docMkLst>
      <pc:sldChg chg="modSp mod">
        <pc:chgData name="Reinert Y Rumagit" userId="deb455b1-44d5-49fa-93c7-bab5a2f79d92" providerId="ADAL" clId="{DAC25509-9FA2-4C1D-AE9A-6599523623B9}" dt="2022-12-21T08:57:14.164" v="5" actId="20577"/>
        <pc:sldMkLst>
          <pc:docMk/>
          <pc:sldMk cId="994908812" sldId="262"/>
        </pc:sldMkLst>
        <pc:spChg chg="mod">
          <ac:chgData name="Reinert Y Rumagit" userId="deb455b1-44d5-49fa-93c7-bab5a2f79d92" providerId="ADAL" clId="{DAC25509-9FA2-4C1D-AE9A-6599523623B9}" dt="2022-12-21T08:57:14.164" v="5" actId="20577"/>
          <ac:spMkLst>
            <pc:docMk/>
            <pc:sldMk cId="994908812" sldId="262"/>
            <ac:spMk id="3" creationId="{00000000-0000-0000-0000-000000000000}"/>
          </ac:spMkLst>
        </pc:spChg>
      </pc:sldChg>
    </pc:docChg>
  </pc:docChgLst>
  <pc:docChgLst>
    <pc:chgData name="Eva Aprianti" userId="0a175598-9645-414c-82bb-18753136d9c2" providerId="ADAL" clId="{933B0BD5-DE5F-4074-9B20-070D8843B8D8}"/>
    <pc:docChg chg="custSel modSld">
      <pc:chgData name="Eva Aprianti" userId="0a175598-9645-414c-82bb-18753136d9c2" providerId="ADAL" clId="{933B0BD5-DE5F-4074-9B20-070D8843B8D8}" dt="2020-12-22T10:45:19.251" v="0" actId="27636"/>
      <pc:docMkLst>
        <pc:docMk/>
      </pc:docMkLst>
      <pc:sldChg chg="modSp mod">
        <pc:chgData name="Eva Aprianti" userId="0a175598-9645-414c-82bb-18753136d9c2" providerId="ADAL" clId="{933B0BD5-DE5F-4074-9B20-070D8843B8D8}" dt="2020-12-22T10:45:19.251" v="0" actId="27636"/>
        <pc:sldMkLst>
          <pc:docMk/>
          <pc:sldMk cId="2516975436" sldId="259"/>
        </pc:sldMkLst>
        <pc:spChg chg="mod">
          <ac:chgData name="Eva Aprianti" userId="0a175598-9645-414c-82bb-18753136d9c2" providerId="ADAL" clId="{933B0BD5-DE5F-4074-9B20-070D8843B8D8}" dt="2020-12-22T10:45:19.251" v="0" actId="27636"/>
          <ac:spMkLst>
            <pc:docMk/>
            <pc:sldMk cId="2516975436" sldId="259"/>
            <ac:spMk id="3" creationId="{00000000-0000-0000-0000-000000000000}"/>
          </ac:spMkLst>
        </pc:spChg>
      </pc:sldChg>
    </pc:docChg>
  </pc:docChgLst>
  <pc:docChgLst>
    <pc:chgData name="Reinert Y Rumagit" userId="deb455b1-44d5-49fa-93c7-bab5a2f79d92" providerId="ADAL" clId="{E86EF8B4-F356-4057-A4CE-380EC2F0BBCF}"/>
    <pc:docChg chg="undo custSel addSld delSld modSld modSection">
      <pc:chgData name="Reinert Y Rumagit" userId="deb455b1-44d5-49fa-93c7-bab5a2f79d92" providerId="ADAL" clId="{E86EF8B4-F356-4057-A4CE-380EC2F0BBCF}" dt="2022-12-21T07:33:00.829" v="692" actId="20577"/>
      <pc:docMkLst>
        <pc:docMk/>
      </pc:docMkLst>
      <pc:sldChg chg="modSp mod">
        <pc:chgData name="Reinert Y Rumagit" userId="deb455b1-44d5-49fa-93c7-bab5a2f79d92" providerId="ADAL" clId="{E86EF8B4-F356-4057-A4CE-380EC2F0BBCF}" dt="2022-12-21T07:33:00.829" v="692" actId="20577"/>
        <pc:sldMkLst>
          <pc:docMk/>
          <pc:sldMk cId="4204421142" sldId="256"/>
        </pc:sldMkLst>
        <pc:spChg chg="mod">
          <ac:chgData name="Reinert Y Rumagit" userId="deb455b1-44d5-49fa-93c7-bab5a2f79d92" providerId="ADAL" clId="{E86EF8B4-F356-4057-A4CE-380EC2F0BBCF}" dt="2022-12-21T07:32:58.933" v="690" actId="20577"/>
          <ac:spMkLst>
            <pc:docMk/>
            <pc:sldMk cId="4204421142" sldId="256"/>
            <ac:spMk id="4" creationId="{00000000-0000-0000-0000-000000000000}"/>
          </ac:spMkLst>
        </pc:spChg>
        <pc:spChg chg="mod">
          <ac:chgData name="Reinert Y Rumagit" userId="deb455b1-44d5-49fa-93c7-bab5a2f79d92" providerId="ADAL" clId="{E86EF8B4-F356-4057-A4CE-380EC2F0BBCF}" dt="2022-12-21T07:33:00.829" v="692" actId="20577"/>
          <ac:spMkLst>
            <pc:docMk/>
            <pc:sldMk cId="4204421142" sldId="256"/>
            <ac:spMk id="8" creationId="{00000000-0000-0000-0000-000000000000}"/>
          </ac:spMkLst>
        </pc:spChg>
      </pc:sldChg>
      <pc:sldChg chg="modSp mod">
        <pc:chgData name="Reinert Y Rumagit" userId="deb455b1-44d5-49fa-93c7-bab5a2f79d92" providerId="ADAL" clId="{E86EF8B4-F356-4057-A4CE-380EC2F0BBCF}" dt="2022-12-21T07:32:35.662" v="673" actId="27636"/>
        <pc:sldMkLst>
          <pc:docMk/>
          <pc:sldMk cId="994908812" sldId="262"/>
        </pc:sldMkLst>
        <pc:spChg chg="mod">
          <ac:chgData name="Reinert Y Rumagit" userId="deb455b1-44d5-49fa-93c7-bab5a2f79d92" providerId="ADAL" clId="{E86EF8B4-F356-4057-A4CE-380EC2F0BBCF}" dt="2022-12-21T07:32:35.662" v="673" actId="27636"/>
          <ac:spMkLst>
            <pc:docMk/>
            <pc:sldMk cId="994908812" sldId="262"/>
            <ac:spMk id="3" creationId="{00000000-0000-0000-0000-000000000000}"/>
          </ac:spMkLst>
        </pc:spChg>
      </pc:sldChg>
      <pc:sldChg chg="addSp delSp modSp mod">
        <pc:chgData name="Reinert Y Rumagit" userId="deb455b1-44d5-49fa-93c7-bab5a2f79d92" providerId="ADAL" clId="{E86EF8B4-F356-4057-A4CE-380EC2F0BBCF}" dt="2022-12-21T07:21:45.575" v="178" actId="255"/>
        <pc:sldMkLst>
          <pc:docMk/>
          <pc:sldMk cId="0" sldId="264"/>
        </pc:sldMkLst>
        <pc:spChg chg="mod">
          <ac:chgData name="Reinert Y Rumagit" userId="deb455b1-44d5-49fa-93c7-bab5a2f79d92" providerId="ADAL" clId="{E86EF8B4-F356-4057-A4CE-380EC2F0BBCF}" dt="2022-12-21T07:21:45.575" v="178" actId="255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Reinert Y Rumagit" userId="deb455b1-44d5-49fa-93c7-bab5a2f79d92" providerId="ADAL" clId="{E86EF8B4-F356-4057-A4CE-380EC2F0BBCF}" dt="2022-12-21T07:15:18.951" v="26" actId="22"/>
          <ac:spMkLst>
            <pc:docMk/>
            <pc:sldMk cId="0" sldId="264"/>
            <ac:spMk id="4" creationId="{BF5292A9-F7BD-6113-210D-4C52A12B2FAE}"/>
          </ac:spMkLst>
        </pc:spChg>
        <pc:spChg chg="mod">
          <ac:chgData name="Reinert Y Rumagit" userId="deb455b1-44d5-49fa-93c7-bab5a2f79d92" providerId="ADAL" clId="{E86EF8B4-F356-4057-A4CE-380EC2F0BBCF}" dt="2022-12-21T07:06:49.212" v="22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Reinert Y Rumagit" userId="deb455b1-44d5-49fa-93c7-bab5a2f79d92" providerId="ADAL" clId="{E86EF8B4-F356-4057-A4CE-380EC2F0BBCF}" dt="2022-12-21T07:02:15.789" v="0"/>
        <pc:sldMkLst>
          <pc:docMk/>
          <pc:sldMk cId="3278727184" sldId="265"/>
        </pc:sldMkLst>
        <pc:spChg chg="mod">
          <ac:chgData name="Reinert Y Rumagit" userId="deb455b1-44d5-49fa-93c7-bab5a2f79d92" providerId="ADAL" clId="{E86EF8B4-F356-4057-A4CE-380EC2F0BBCF}" dt="2022-12-21T07:02:15.789" v="0"/>
          <ac:spMkLst>
            <pc:docMk/>
            <pc:sldMk cId="3278727184" sldId="265"/>
            <ac:spMk id="3" creationId="{00000000-0000-0000-0000-000000000000}"/>
          </ac:spMkLst>
        </pc:spChg>
      </pc:sldChg>
      <pc:sldChg chg="modSp mod">
        <pc:chgData name="Reinert Y Rumagit" userId="deb455b1-44d5-49fa-93c7-bab5a2f79d92" providerId="ADAL" clId="{E86EF8B4-F356-4057-A4CE-380EC2F0BBCF}" dt="2022-12-21T07:02:25.815" v="3" actId="27636"/>
        <pc:sldMkLst>
          <pc:docMk/>
          <pc:sldMk cId="3424400215" sldId="266"/>
        </pc:sldMkLst>
        <pc:spChg chg="mod">
          <ac:chgData name="Reinert Y Rumagit" userId="deb455b1-44d5-49fa-93c7-bab5a2f79d92" providerId="ADAL" clId="{E86EF8B4-F356-4057-A4CE-380EC2F0BBCF}" dt="2022-12-21T07:02:25.815" v="3" actId="27636"/>
          <ac:spMkLst>
            <pc:docMk/>
            <pc:sldMk cId="3424400215" sldId="266"/>
            <ac:spMk id="3" creationId="{00000000-0000-0000-0000-000000000000}"/>
          </ac:spMkLst>
        </pc:spChg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662103944" sldId="303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366503553" sldId="304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252696002" sldId="305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969823558" sldId="306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559072370" sldId="307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31235164" sldId="308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636674609" sldId="309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14872866" sldId="310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73831496" sldId="311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958291714" sldId="312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488215263" sldId="313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121233885" sldId="314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914125525" sldId="315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790655129" sldId="316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607057200" sldId="317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694815491" sldId="318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746346180" sldId="319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842326679" sldId="320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758932319" sldId="321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500994286" sldId="322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627633873" sldId="323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200334550" sldId="324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653469749" sldId="325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541054088" sldId="326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956875595" sldId="327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230201854" sldId="329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624514366" sldId="330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2577237162" sldId="331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1826260207" sldId="332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3378640569" sldId="333"/>
        </pc:sldMkLst>
      </pc:sldChg>
      <pc:sldChg chg="del">
        <pc:chgData name="Reinert Y Rumagit" userId="deb455b1-44d5-49fa-93c7-bab5a2f79d92" providerId="ADAL" clId="{E86EF8B4-F356-4057-A4CE-380EC2F0BBCF}" dt="2022-12-21T07:02:52.874" v="4" actId="47"/>
        <pc:sldMkLst>
          <pc:docMk/>
          <pc:sldMk cId="599227147" sldId="334"/>
        </pc:sldMkLst>
      </pc:sldChg>
      <pc:sldChg chg="del">
        <pc:chgData name="Reinert Y Rumagit" userId="deb455b1-44d5-49fa-93c7-bab5a2f79d92" providerId="ADAL" clId="{E86EF8B4-F356-4057-A4CE-380EC2F0BBCF}" dt="2022-12-21T07:32:23.369" v="669" actId="47"/>
        <pc:sldMkLst>
          <pc:docMk/>
          <pc:sldMk cId="85546834" sldId="343"/>
        </pc:sldMkLst>
      </pc:sldChg>
      <pc:sldChg chg="addSp delSp modSp add mod modClrScheme chgLayout">
        <pc:chgData name="Reinert Y Rumagit" userId="deb455b1-44d5-49fa-93c7-bab5a2f79d92" providerId="ADAL" clId="{E86EF8B4-F356-4057-A4CE-380EC2F0BBCF}" dt="2022-12-21T07:25:55.466" v="301" actId="1076"/>
        <pc:sldMkLst>
          <pc:docMk/>
          <pc:sldMk cId="3356381216" sldId="344"/>
        </pc:sldMkLst>
        <pc:spChg chg="mod ord">
          <ac:chgData name="Reinert Y Rumagit" userId="deb455b1-44d5-49fa-93c7-bab5a2f79d92" providerId="ADAL" clId="{E86EF8B4-F356-4057-A4CE-380EC2F0BBCF}" dt="2022-12-21T07:25:46.070" v="297" actId="5793"/>
          <ac:spMkLst>
            <pc:docMk/>
            <pc:sldMk cId="3356381216" sldId="344"/>
            <ac:spMk id="3" creationId="{00000000-0000-0000-0000-000000000000}"/>
          </ac:spMkLst>
        </pc:spChg>
        <pc:spChg chg="del mod">
          <ac:chgData name="Reinert Y Rumagit" userId="deb455b1-44d5-49fa-93c7-bab5a2f79d92" providerId="ADAL" clId="{E86EF8B4-F356-4057-A4CE-380EC2F0BBCF}" dt="2022-12-21T07:24:16.843" v="193" actId="478"/>
          <ac:spMkLst>
            <pc:docMk/>
            <pc:sldMk cId="3356381216" sldId="344"/>
            <ac:spMk id="5" creationId="{00000000-0000-0000-0000-000000000000}"/>
          </ac:spMkLst>
        </pc:spChg>
        <pc:spChg chg="add mod">
          <ac:chgData name="Reinert Y Rumagit" userId="deb455b1-44d5-49fa-93c7-bab5a2f79d92" providerId="ADAL" clId="{E86EF8B4-F356-4057-A4CE-380EC2F0BBCF}" dt="2022-12-21T07:24:17.229" v="194"/>
          <ac:spMkLst>
            <pc:docMk/>
            <pc:sldMk cId="3356381216" sldId="344"/>
            <ac:spMk id="6" creationId="{1ED814E4-6F0C-E5C4-C255-1B276D1E49F9}"/>
          </ac:spMkLst>
        </pc:spChg>
        <pc:picChg chg="add mod">
          <ac:chgData name="Reinert Y Rumagit" userId="deb455b1-44d5-49fa-93c7-bab5a2f79d92" providerId="ADAL" clId="{E86EF8B4-F356-4057-A4CE-380EC2F0BBCF}" dt="2022-12-21T07:25:55.466" v="301" actId="1076"/>
          <ac:picMkLst>
            <pc:docMk/>
            <pc:sldMk cId="3356381216" sldId="344"/>
            <ac:picMk id="4" creationId="{D3E2425C-B640-CD5A-64CD-4327EEE54157}"/>
          </ac:picMkLst>
        </pc:picChg>
      </pc:sldChg>
      <pc:sldChg chg="add del">
        <pc:chgData name="Reinert Y Rumagit" userId="deb455b1-44d5-49fa-93c7-bab5a2f79d92" providerId="ADAL" clId="{E86EF8B4-F356-4057-A4CE-380EC2F0BBCF}" dt="2022-12-21T07:26:35.529" v="303" actId="47"/>
        <pc:sldMkLst>
          <pc:docMk/>
          <pc:sldMk cId="141823888" sldId="345"/>
        </pc:sldMkLst>
      </pc:sldChg>
      <pc:sldChg chg="addSp delSp modSp add mod modClrScheme chgLayout">
        <pc:chgData name="Reinert Y Rumagit" userId="deb455b1-44d5-49fa-93c7-bab5a2f79d92" providerId="ADAL" clId="{E86EF8B4-F356-4057-A4CE-380EC2F0BBCF}" dt="2022-12-21T07:32:08.900" v="668" actId="113"/>
        <pc:sldMkLst>
          <pc:docMk/>
          <pc:sldMk cId="1602928003" sldId="345"/>
        </pc:sldMkLst>
        <pc:spChg chg="mod ord">
          <ac:chgData name="Reinert Y Rumagit" userId="deb455b1-44d5-49fa-93c7-bab5a2f79d92" providerId="ADAL" clId="{E86EF8B4-F356-4057-A4CE-380EC2F0BBCF}" dt="2022-12-21T07:32:08.900" v="668" actId="113"/>
          <ac:spMkLst>
            <pc:docMk/>
            <pc:sldMk cId="1602928003" sldId="345"/>
            <ac:spMk id="3" creationId="{00000000-0000-0000-0000-000000000000}"/>
          </ac:spMkLst>
        </pc:spChg>
        <pc:spChg chg="del mod">
          <ac:chgData name="Reinert Y Rumagit" userId="deb455b1-44d5-49fa-93c7-bab5a2f79d92" providerId="ADAL" clId="{E86EF8B4-F356-4057-A4CE-380EC2F0BBCF}" dt="2022-12-21T07:29:18.026" v="529" actId="478"/>
          <ac:spMkLst>
            <pc:docMk/>
            <pc:sldMk cId="1602928003" sldId="345"/>
            <ac:spMk id="5" creationId="{00000000-0000-0000-0000-000000000000}"/>
          </ac:spMkLst>
        </pc:spChg>
        <pc:spChg chg="add mod">
          <ac:chgData name="Reinert Y Rumagit" userId="deb455b1-44d5-49fa-93c7-bab5a2f79d92" providerId="ADAL" clId="{E86EF8B4-F356-4057-A4CE-380EC2F0BBCF}" dt="2022-12-21T07:29:18.548" v="530"/>
          <ac:spMkLst>
            <pc:docMk/>
            <pc:sldMk cId="1602928003" sldId="345"/>
            <ac:spMk id="6" creationId="{9056459F-C427-A2A6-3387-2D7C63D6B49B}"/>
          </ac:spMkLst>
        </pc:spChg>
        <pc:picChg chg="add mod">
          <ac:chgData name="Reinert Y Rumagit" userId="deb455b1-44d5-49fa-93c7-bab5a2f79d92" providerId="ADAL" clId="{E86EF8B4-F356-4057-A4CE-380EC2F0BBCF}" dt="2022-12-21T07:29:36.913" v="537" actId="1076"/>
          <ac:picMkLst>
            <pc:docMk/>
            <pc:sldMk cId="1602928003" sldId="345"/>
            <ac:picMk id="4" creationId="{4A5135A2-0A2A-5FD8-7DBA-98DC171F6771}"/>
          </ac:picMkLst>
        </pc:picChg>
      </pc:sldChg>
    </pc:docChg>
  </pc:docChgLst>
  <pc:docChgLst>
    <pc:chgData name="Reinert Y Rumagit" userId="deb455b1-44d5-49fa-93c7-bab5a2f79d92" providerId="ADAL" clId="{EDC800A9-EC9A-491E-AA1B-CF38893455C0}"/>
    <pc:docChg chg="modSld">
      <pc:chgData name="Reinert Y Rumagit" userId="deb455b1-44d5-49fa-93c7-bab5a2f79d92" providerId="ADAL" clId="{EDC800A9-EC9A-491E-AA1B-CF38893455C0}" dt="2023-02-26T18:31:05.203" v="0"/>
      <pc:docMkLst>
        <pc:docMk/>
      </pc:docMkLst>
      <pc:sldChg chg="modSp mod">
        <pc:chgData name="Reinert Y Rumagit" userId="deb455b1-44d5-49fa-93c7-bab5a2f79d92" providerId="ADAL" clId="{EDC800A9-EC9A-491E-AA1B-CF38893455C0}" dt="2023-02-26T18:31:05.203" v="0"/>
        <pc:sldMkLst>
          <pc:docMk/>
          <pc:sldMk cId="4204421142" sldId="256"/>
        </pc:sldMkLst>
        <pc:spChg chg="mod">
          <ac:chgData name="Reinert Y Rumagit" userId="deb455b1-44d5-49fa-93c7-bab5a2f79d92" providerId="ADAL" clId="{EDC800A9-EC9A-491E-AA1B-CF38893455C0}" dt="2023-02-26T18:31:05.203" v="0"/>
          <ac:spMkLst>
            <pc:docMk/>
            <pc:sldMk cId="4204421142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CED91-C16A-4654-B066-6F570E6BAEDB}" type="datetimeFigureOut">
              <a:rPr lang="id-ID" smtClean="0"/>
              <a:t>27/02/2023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28AE3-6A1D-49A4-8965-F9906A1D084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345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27/02/2023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8.x/eloquent-relationships#one-to-many" TargetMode="External"/><Relationship Id="rId2" Type="http://schemas.openxmlformats.org/officeDocument/2006/relationships/hyperlink" Target="https://laravel.com/docs/8.x/eloquent-relationships#one-to-on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g-63ClKANsM" TargetMode="External"/><Relationship Id="rId5" Type="http://schemas.openxmlformats.org/officeDocument/2006/relationships/hyperlink" Target="https://laravel.com/docs/8.x/eloquent#soft-deleting" TargetMode="External"/><Relationship Id="rId4" Type="http://schemas.openxmlformats.org/officeDocument/2006/relationships/hyperlink" Target="https://laravel.com/docs/8.x/eloquent-relationships#many-to-many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766887" y="1676400"/>
            <a:ext cx="70723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Course		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  </a:t>
            </a:r>
            <a:r>
              <a:rPr lang="en-US" sz="2400">
                <a:solidFill>
                  <a:schemeClr val="bg1"/>
                </a:solidFill>
                <a:latin typeface="Open Sans"/>
              </a:rPr>
              <a:t>: COMP6821001</a:t>
            </a:r>
            <a:r>
              <a:rPr lang="id-ID" sz="2400">
                <a:solidFill>
                  <a:schemeClr val="bg1"/>
                </a:solidFill>
                <a:latin typeface="Open Sans"/>
              </a:rPr>
              <a:t> 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– Web Programming</a:t>
            </a:r>
            <a:endParaRPr lang="en-US" sz="2400" dirty="0">
              <a:solidFill>
                <a:schemeClr val="bg1"/>
              </a:solidFill>
              <a:latin typeface="Open Sans"/>
            </a:endParaRPr>
          </a:p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Effective Period</a:t>
            </a:r>
            <a:r>
              <a:rPr lang="id-ID" sz="2400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Open Sans"/>
              </a:rPr>
              <a:t>: 2023</a:t>
            </a: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76400" y="3352800"/>
            <a:ext cx="7467600" cy="2384425"/>
          </a:xfrm>
          <a:noFill/>
        </p:spPr>
        <p:txBody>
          <a:bodyPr>
            <a:normAutofit/>
          </a:bodyPr>
          <a:lstStyle/>
          <a:p>
            <a:r>
              <a:rPr lang="id-ID" sz="4000" dirty="0"/>
              <a:t>Migration &amp; Eloquent ORM</a:t>
            </a:r>
            <a:r>
              <a:rPr lang="en-US" sz="4000" dirty="0"/>
              <a:t> 2</a:t>
            </a:r>
            <a:r>
              <a:rPr lang="id-ID" sz="4000" dirty="0"/>
              <a:t> </a:t>
            </a:r>
            <a:br>
              <a:rPr lang="en-AU" dirty="0">
                <a:solidFill>
                  <a:schemeClr val="bg1"/>
                </a:solidFill>
              </a:rPr>
            </a:br>
            <a:br>
              <a:rPr lang="en-AU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Session  </a:t>
            </a:r>
            <a:r>
              <a:rPr lang="id-ID" sz="2800" dirty="0"/>
              <a:t>7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863" y="1914525"/>
            <a:ext cx="7562601" cy="4554898"/>
          </a:xfrm>
        </p:spPr>
        <p:txBody>
          <a:bodyPr>
            <a:normAutofit/>
          </a:bodyPr>
          <a:lstStyle/>
          <a:p>
            <a:r>
              <a:rPr lang="en-US" sz="2800" b="1" dirty="0"/>
              <a:t>LO-3 : Identify a proper web programming technic to build web based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816114"/>
            <a:ext cx="4293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Learning </a:t>
            </a:r>
            <a:r>
              <a:rPr lang="id-ID" sz="4000" b="1" dirty="0"/>
              <a:t>Outcomes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7872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863" y="1914525"/>
            <a:ext cx="7562601" cy="4554898"/>
          </a:xfrm>
        </p:spPr>
        <p:txBody>
          <a:bodyPr>
            <a:normAutofit/>
          </a:bodyPr>
          <a:lstStyle/>
          <a:p>
            <a:r>
              <a:rPr lang="en-US" sz="2800" dirty="0"/>
              <a:t>Seeding &amp; Faker</a:t>
            </a:r>
          </a:p>
          <a:p>
            <a:r>
              <a:rPr lang="en-US" sz="2800" dirty="0"/>
              <a:t>One-To-One relations</a:t>
            </a:r>
          </a:p>
          <a:p>
            <a:r>
              <a:rPr lang="en-US" sz="2800" dirty="0"/>
              <a:t>Many-To-Many relations</a:t>
            </a:r>
          </a:p>
          <a:p>
            <a:r>
              <a:rPr lang="en-US" sz="2800" dirty="0"/>
              <a:t>One-To-Many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816114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O</a:t>
            </a:r>
            <a:r>
              <a:rPr lang="id-ID" sz="4000" b="1" dirty="0"/>
              <a:t>utline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2440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r>
              <a:rPr lang="en-US" sz="2200" dirty="0"/>
              <a:t>Seeding or Seeder can be said is a feature that can be used to input arbitrary data or data testing. </a:t>
            </a:r>
          </a:p>
          <a:p>
            <a:r>
              <a:rPr lang="en-US" sz="2200" dirty="0"/>
              <a:t>Whereas Faker is a library that is used to create fake data, where this faker library will be able to generate hundreds or even thousands of data randomly.</a:t>
            </a:r>
          </a:p>
          <a:p>
            <a:r>
              <a:rPr lang="en-US" sz="2200" dirty="0"/>
              <a:t>Seeder files are located in the Database directory where you have migrations, seeds and factories. On fresh installation of Laravel application there exists only one file in the seeds called </a:t>
            </a:r>
            <a:r>
              <a:rPr lang="en-US" sz="2200" dirty="0" err="1"/>
              <a:t>DatabaseSeeder</a:t>
            </a:r>
            <a:r>
              <a:rPr lang="en-US" sz="2200" dirty="0"/>
              <a:t> which is the base file to run other seeders and factories and looks like,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3604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Seeding &amp; Faker</a:t>
            </a:r>
            <a:endParaRPr lang="id-ID" sz="4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7423" y="1643743"/>
            <a:ext cx="3456384" cy="47208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To create a seeding, you must first create a seeder class with the following command: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php</a:t>
            </a:r>
            <a:r>
              <a:rPr lang="en-US" dirty="0">
                <a:latin typeface="Consolas" panose="020B0609020204030204" pitchFamily="49" charset="0"/>
              </a:rPr>
              <a:t> artisan </a:t>
            </a:r>
            <a:r>
              <a:rPr lang="en-US" dirty="0" err="1">
                <a:latin typeface="Consolas" panose="020B0609020204030204" pitchFamily="49" charset="0"/>
              </a:rPr>
              <a:t>make:seeder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SiswaSeeder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Cara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method run():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Php</a:t>
            </a:r>
            <a:r>
              <a:rPr lang="en-US" dirty="0">
                <a:latin typeface="Consolas" panose="020B0609020204030204" pitchFamily="49" charset="0"/>
              </a:rPr>
              <a:t> artisan </a:t>
            </a:r>
            <a:r>
              <a:rPr lang="en-US" dirty="0" err="1">
                <a:latin typeface="Consolas" panose="020B0609020204030204" pitchFamily="49" charset="0"/>
              </a:rPr>
              <a:t>db:seed</a:t>
            </a:r>
            <a:r>
              <a:rPr lang="en-US" dirty="0">
                <a:latin typeface="Consolas" panose="020B0609020204030204" pitchFamily="49" charset="0"/>
              </a:rPr>
              <a:t> –class=</a:t>
            </a:r>
            <a:r>
              <a:rPr lang="en-US" dirty="0" err="1">
                <a:latin typeface="Consolas" panose="020B0609020204030204" pitchFamily="49" charset="0"/>
              </a:rPr>
              <a:t>SiswaSeeder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2425C-B640-CD5A-64CD-4327EEE54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07" y="1643743"/>
            <a:ext cx="4059517" cy="4550228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D814E4-6F0C-E5C4-C255-1B276D1E49F9}"/>
              </a:ext>
            </a:extLst>
          </p:cNvPr>
          <p:cNvSpPr txBox="1"/>
          <p:nvPr/>
        </p:nvSpPr>
        <p:spPr>
          <a:xfrm>
            <a:off x="3041487" y="493385"/>
            <a:ext cx="3604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Seeding &amp; Faker</a:t>
            </a:r>
            <a:endParaRPr lang="id-ID" sz="4000" b="1" dirty="0"/>
          </a:p>
        </p:txBody>
      </p:sp>
    </p:spTree>
    <p:extLst>
      <p:ext uri="{BB962C8B-B14F-4D97-AF65-F5344CB8AC3E}">
        <p14:creationId xmlns:p14="http://schemas.microsoft.com/office/powerpoint/2010/main" val="335638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674" y="1684374"/>
            <a:ext cx="3456384" cy="468024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For example, we need 50 student data to be used as testing data. Then we can make Fake data in the Seeder file </a:t>
            </a:r>
            <a:r>
              <a:rPr lang="en-US" b="1" dirty="0" err="1"/>
              <a:t>SiswaSeeder.php</a:t>
            </a:r>
            <a:r>
              <a:rPr lang="en-US" b="1" dirty="0"/>
              <a:t> </a:t>
            </a:r>
            <a:r>
              <a:rPr lang="en-US" dirty="0"/>
              <a:t>that was created earlier. Type in the following syntax:</a:t>
            </a:r>
          </a:p>
          <a:p>
            <a:endParaRPr lang="en-US" dirty="0"/>
          </a:p>
          <a:p>
            <a:r>
              <a:rPr lang="en-US" dirty="0"/>
              <a:t>Run the </a:t>
            </a:r>
            <a:r>
              <a:rPr lang="en-US" b="1" dirty="0" err="1"/>
              <a:t>SiswaSeeder.php</a:t>
            </a:r>
            <a:r>
              <a:rPr lang="en-US" b="1" dirty="0"/>
              <a:t> </a:t>
            </a:r>
            <a:r>
              <a:rPr lang="en-US" dirty="0"/>
              <a:t>file with the following command: </a:t>
            </a:r>
          </a:p>
          <a:p>
            <a:r>
              <a:rPr lang="en-US" dirty="0" err="1">
                <a:latin typeface="Consolas" panose="020B0609020204030204" pitchFamily="49" charset="0"/>
              </a:rPr>
              <a:t>php</a:t>
            </a:r>
            <a:r>
              <a:rPr lang="en-US" dirty="0">
                <a:latin typeface="Consolas" panose="020B0609020204030204" pitchFamily="49" charset="0"/>
              </a:rPr>
              <a:t> artisan </a:t>
            </a:r>
            <a:r>
              <a:rPr lang="en-US" dirty="0" err="1">
                <a:latin typeface="Consolas" panose="020B0609020204030204" pitchFamily="49" charset="0"/>
              </a:rPr>
              <a:t>db:seed</a:t>
            </a:r>
            <a:r>
              <a:rPr lang="en-US" dirty="0">
                <a:latin typeface="Consolas" panose="020B0609020204030204" pitchFamily="49" charset="0"/>
              </a:rPr>
              <a:t> –class=</a:t>
            </a:r>
            <a:r>
              <a:rPr lang="en-US" dirty="0" err="1">
                <a:latin typeface="Consolas" panose="020B0609020204030204" pitchFamily="49" charset="0"/>
              </a:rPr>
              <a:t>SiswaSeeder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135A2-0A2A-5FD8-7DBA-98DC171F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058" y="1733395"/>
            <a:ext cx="4432139" cy="4827161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6459F-C427-A2A6-3387-2D7C63D6B49B}"/>
              </a:ext>
            </a:extLst>
          </p:cNvPr>
          <p:cNvSpPr txBox="1"/>
          <p:nvPr/>
        </p:nvSpPr>
        <p:spPr>
          <a:xfrm>
            <a:off x="3041487" y="493385"/>
            <a:ext cx="3604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Seeding &amp; Faker</a:t>
            </a:r>
            <a:endParaRPr lang="id-ID" sz="4000" b="1" dirty="0"/>
          </a:p>
        </p:txBody>
      </p:sp>
    </p:spTree>
    <p:extLst>
      <p:ext uri="{BB962C8B-B14F-4D97-AF65-F5344CB8AC3E}">
        <p14:creationId xmlns:p14="http://schemas.microsoft.com/office/powerpoint/2010/main" val="160292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A one-to-one relationship</a:t>
            </a:r>
            <a:r>
              <a:rPr lang="en-US" dirty="0"/>
              <a:t> is a very basic relation. For example, a </a:t>
            </a:r>
            <a:r>
              <a:rPr lang="en-US" dirty="0">
                <a:latin typeface="Consolas" panose="020B0609020204030204" pitchFamily="49" charset="0"/>
              </a:rPr>
              <a:t>User</a:t>
            </a:r>
            <a:r>
              <a:rPr lang="en-US" dirty="0"/>
              <a:t> model might be associated with one </a:t>
            </a:r>
            <a:r>
              <a:rPr lang="en-US" dirty="0">
                <a:latin typeface="Consolas" panose="020B0609020204030204" pitchFamily="49" charset="0"/>
              </a:rPr>
              <a:t>Phone</a:t>
            </a:r>
            <a:r>
              <a:rPr lang="en-US" dirty="0"/>
              <a:t>. To define this relationship, we place a </a:t>
            </a:r>
            <a:r>
              <a:rPr lang="en-US" dirty="0">
                <a:latin typeface="Consolas" panose="020B0609020204030204" pitchFamily="49" charset="0"/>
              </a:rPr>
              <a:t>phone</a:t>
            </a:r>
            <a:r>
              <a:rPr lang="en-US" dirty="0"/>
              <a:t> method on the </a:t>
            </a:r>
            <a:r>
              <a:rPr lang="en-US" dirty="0">
                <a:latin typeface="Consolas" panose="020B0609020204030204" pitchFamily="49" charset="0"/>
              </a:rPr>
              <a:t>User</a:t>
            </a:r>
            <a:r>
              <a:rPr lang="en-US" dirty="0"/>
              <a:t> model. The </a:t>
            </a:r>
            <a:r>
              <a:rPr lang="en-US" dirty="0">
                <a:latin typeface="Consolas" panose="020B0609020204030204" pitchFamily="49" charset="0"/>
              </a:rPr>
              <a:t>phone</a:t>
            </a:r>
            <a:r>
              <a:rPr lang="en-US" dirty="0"/>
              <a:t> method should call the </a:t>
            </a:r>
            <a:r>
              <a:rPr lang="en-US" dirty="0" err="1">
                <a:latin typeface="Consolas" panose="020B0609020204030204" pitchFamily="49" charset="0"/>
              </a:rPr>
              <a:t>hasOne</a:t>
            </a:r>
            <a:r>
              <a:rPr lang="en-US" dirty="0"/>
              <a:t> method and return its result: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299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One To One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988" y="3422435"/>
            <a:ext cx="7104958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&lt;?</a:t>
            </a:r>
            <a:r>
              <a:rPr lang="en-US" sz="1200" dirty="0" err="1">
                <a:latin typeface="Consolas" panose="020B0609020204030204" pitchFamily="49" charset="0"/>
              </a:rPr>
              <a:t>php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class User extends Model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Get the phone associated with the user.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public function phone()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return $this-&gt;</a:t>
            </a:r>
            <a:r>
              <a:rPr lang="en-US" sz="1200" dirty="0" err="1">
                <a:latin typeface="Consolas" panose="020B0609020204030204" pitchFamily="49" charset="0"/>
              </a:rPr>
              <a:t>hasOne</a:t>
            </a:r>
            <a:r>
              <a:rPr lang="en-US" sz="1200" dirty="0">
                <a:latin typeface="Consolas" panose="020B0609020204030204" pitchFamily="49" charset="0"/>
              </a:rPr>
              <a:t>(Phone::class);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  <a:endParaRPr lang="id-ID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4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Defining The Inverse Of The Relationship</a:t>
            </a:r>
            <a:r>
              <a:rPr lang="id-ID" b="1" dirty="0"/>
              <a:t>. </a:t>
            </a:r>
            <a:r>
              <a:rPr lang="en-US" dirty="0"/>
              <a:t>So, we can access the </a:t>
            </a:r>
            <a:r>
              <a:rPr lang="en-US" dirty="0">
                <a:latin typeface="Consolas" panose="020B0609020204030204" pitchFamily="49" charset="0"/>
              </a:rPr>
              <a:t>Phone</a:t>
            </a:r>
            <a:r>
              <a:rPr lang="en-US" dirty="0"/>
              <a:t> model from our </a:t>
            </a:r>
            <a:r>
              <a:rPr lang="en-US" dirty="0">
                <a:latin typeface="Consolas" panose="020B0609020204030204" pitchFamily="49" charset="0"/>
              </a:rPr>
              <a:t>User</a:t>
            </a:r>
            <a:r>
              <a:rPr lang="en-US" dirty="0"/>
              <a:t>. Now, let's define a relationship on the </a:t>
            </a:r>
            <a:r>
              <a:rPr lang="en-US" dirty="0">
                <a:latin typeface="Consolas" panose="020B0609020204030204" pitchFamily="49" charset="0"/>
              </a:rPr>
              <a:t>Phone</a:t>
            </a:r>
            <a:r>
              <a:rPr lang="en-US" dirty="0"/>
              <a:t> model that will let us access the </a:t>
            </a:r>
            <a:r>
              <a:rPr lang="en-US" dirty="0">
                <a:latin typeface="Consolas" panose="020B0609020204030204" pitchFamily="49" charset="0"/>
              </a:rPr>
              <a:t>User</a:t>
            </a:r>
            <a:r>
              <a:rPr lang="en-US" dirty="0"/>
              <a:t> that owns the phone. We can define the inverse of a </a:t>
            </a:r>
            <a:r>
              <a:rPr lang="en-US" dirty="0" err="1">
                <a:latin typeface="Consolas" panose="020B0609020204030204" pitchFamily="49" charset="0"/>
              </a:rPr>
              <a:t>hasOne</a:t>
            </a:r>
            <a:r>
              <a:rPr lang="en-US" dirty="0"/>
              <a:t> relationship using the </a:t>
            </a:r>
            <a:r>
              <a:rPr lang="en-US" dirty="0" err="1">
                <a:latin typeface="Consolas" panose="020B0609020204030204" pitchFamily="49" charset="0"/>
              </a:rPr>
              <a:t>belongsTo</a:t>
            </a:r>
            <a:r>
              <a:rPr lang="en-US" dirty="0"/>
              <a:t> method: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299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One To One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988" y="3422435"/>
            <a:ext cx="7104958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200" dirty="0">
                <a:latin typeface="Consolas" panose="020B0609020204030204" pitchFamily="49" charset="0"/>
              </a:rPr>
              <a:t>&lt;?php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class Phone extends Model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{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</a:t>
            </a:r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Get the user that owns the phone.</a:t>
            </a:r>
          </a:p>
          <a:p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public function user()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    return $this-&gt;belongsTo(User::class);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353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A one-to-many relationship </a:t>
            </a:r>
            <a:r>
              <a:rPr lang="en-US" dirty="0"/>
              <a:t>is used to define relationships where a single model owns any amount of other models. For example, a blog post may have an infinite number of comments. Like all other Eloquent relationships, one-to-many relationships are defined by placing a function on your Eloquent model: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596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One To Many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7105" y="3689988"/>
            <a:ext cx="7104958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&lt;?</a:t>
            </a:r>
            <a:r>
              <a:rPr lang="en-US" sz="1200" dirty="0" err="1">
                <a:latin typeface="Consolas" panose="020B0609020204030204" pitchFamily="49" charset="0"/>
              </a:rPr>
              <a:t>php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class Post extends Model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Get the comments for the blog post.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public function comments()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return $this-&gt;</a:t>
            </a:r>
            <a:r>
              <a:rPr lang="en-US" sz="1200" dirty="0" err="1">
                <a:latin typeface="Consolas" panose="020B0609020204030204" pitchFamily="49" charset="0"/>
              </a:rPr>
              <a:t>hasMany</a:t>
            </a:r>
            <a:r>
              <a:rPr lang="en-US" sz="1200" dirty="0">
                <a:latin typeface="Consolas" panose="020B0609020204030204" pitchFamily="49" charset="0"/>
              </a:rPr>
              <a:t>(Comment::class);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  <a:endParaRPr lang="id-ID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09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One To Many (Inverse)</a:t>
            </a:r>
            <a:r>
              <a:rPr lang="id-ID" b="1" dirty="0"/>
              <a:t>.</a:t>
            </a:r>
            <a:r>
              <a:rPr lang="en-US" b="1" dirty="0"/>
              <a:t> </a:t>
            </a:r>
            <a:r>
              <a:rPr lang="en-US" dirty="0"/>
              <a:t>Now that we can access all of a post's comments, let's define a relationship to allow a comment to access its parent post. To define the inverse of a </a:t>
            </a:r>
            <a:r>
              <a:rPr lang="en-US" dirty="0" err="1"/>
              <a:t>hasMany</a:t>
            </a:r>
            <a:r>
              <a:rPr lang="en-US" dirty="0"/>
              <a:t> relationship, define a relationship function on the child model which calls the </a:t>
            </a:r>
            <a:r>
              <a:rPr lang="en-US" dirty="0" err="1"/>
              <a:t>belongsTo</a:t>
            </a:r>
            <a:r>
              <a:rPr lang="en-US" dirty="0"/>
              <a:t> method: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596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One To Many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7105" y="3462776"/>
            <a:ext cx="7104958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&lt;?</a:t>
            </a:r>
            <a:r>
              <a:rPr lang="en-US" sz="1200" dirty="0" err="1">
                <a:latin typeface="Consolas" panose="020B0609020204030204" pitchFamily="49" charset="0"/>
              </a:rPr>
              <a:t>php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class Comment extends Model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Get the post that owns the comment.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public function post()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return $this-&gt;</a:t>
            </a:r>
            <a:r>
              <a:rPr lang="en-US" sz="1200" dirty="0" err="1">
                <a:latin typeface="Consolas" panose="020B0609020204030204" pitchFamily="49" charset="0"/>
              </a:rPr>
              <a:t>belongsTo</a:t>
            </a:r>
            <a:r>
              <a:rPr lang="en-US" sz="1200" dirty="0">
                <a:latin typeface="Consolas" panose="020B0609020204030204" pitchFamily="49" charset="0"/>
              </a:rPr>
              <a:t>(Post::class);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  <a:endParaRPr lang="id-ID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1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Many-to-many relations </a:t>
            </a:r>
            <a:r>
              <a:rPr lang="en-US" dirty="0"/>
              <a:t>are slightly more complicated than </a:t>
            </a:r>
            <a:r>
              <a:rPr lang="en-US" dirty="0" err="1">
                <a:latin typeface="Consolas" panose="020B0609020204030204" pitchFamily="49" charset="0"/>
              </a:rPr>
              <a:t>hasOne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hasMany</a:t>
            </a:r>
            <a:r>
              <a:rPr lang="en-US" dirty="0"/>
              <a:t> relationships. An example of a many-to-many relationship is a user that has many roles and those roles are also shared by other users in the application. For example, a user may be assigned the role of "Author" and "Editor"; however, those roles may also be assigned to other users as well. So, a user has many roles and a role has many users.</a:t>
            </a:r>
            <a:endParaRPr lang="id-ID" dirty="0"/>
          </a:p>
          <a:p>
            <a:pPr algn="just"/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892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Many To Many Relations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896" y="4134824"/>
            <a:ext cx="1533806" cy="2233851"/>
          </a:xfrm>
          <a:prstGeom prst="rect">
            <a:avLst/>
          </a:prstGeom>
        </p:spPr>
      </p:pic>
      <p:sp>
        <p:nvSpPr>
          <p:cNvPr id="9" name="Footer Placeholder 5"/>
          <p:cNvSpPr txBox="1">
            <a:spLocks/>
          </p:cNvSpPr>
          <p:nvPr/>
        </p:nvSpPr>
        <p:spPr>
          <a:xfrm>
            <a:off x="3070600" y="6337235"/>
            <a:ext cx="3300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Fig 13. </a:t>
            </a:r>
            <a:r>
              <a:rPr lang="en-US" dirty="0"/>
              <a:t>relationship's table structure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7499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Many-to-many relationships are defined by writing a method that returns the result of the </a:t>
            </a:r>
            <a:r>
              <a:rPr lang="en-US" dirty="0" err="1">
                <a:latin typeface="Consolas" panose="020B0609020204030204" pitchFamily="49" charset="0"/>
              </a:rPr>
              <a:t>belongsToMany</a:t>
            </a:r>
            <a:r>
              <a:rPr lang="en-US" dirty="0"/>
              <a:t> method. The </a:t>
            </a:r>
            <a:r>
              <a:rPr lang="en-US" dirty="0" err="1">
                <a:latin typeface="Consolas" panose="020B0609020204030204" pitchFamily="49" charset="0"/>
              </a:rPr>
              <a:t>belongsToMany</a:t>
            </a:r>
            <a:r>
              <a:rPr lang="en-US" dirty="0"/>
              <a:t> method is provided by the </a:t>
            </a:r>
            <a:r>
              <a:rPr lang="en-US" dirty="0">
                <a:latin typeface="Consolas" panose="020B0609020204030204" pitchFamily="49" charset="0"/>
              </a:rPr>
              <a:t>Illuminate\Database\Eloquent\Model</a:t>
            </a:r>
            <a:r>
              <a:rPr lang="en-US" dirty="0"/>
              <a:t> base class that is used by all of your application's Eloquent models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892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Many To Many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8703" y="3422435"/>
            <a:ext cx="5954082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&lt;?</a:t>
            </a:r>
            <a:r>
              <a:rPr lang="en-US" sz="1200" dirty="0" err="1">
                <a:latin typeface="Consolas" panose="020B0609020204030204" pitchFamily="49" charset="0"/>
              </a:rPr>
              <a:t>php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class User extends Model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The roles that belong to the user.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public function roles()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return $this-&gt;</a:t>
            </a:r>
            <a:r>
              <a:rPr lang="en-US" sz="1200" dirty="0" err="1">
                <a:latin typeface="Consolas" panose="020B0609020204030204" pitchFamily="49" charset="0"/>
              </a:rPr>
              <a:t>belongsToMany</a:t>
            </a:r>
            <a:r>
              <a:rPr lang="en-US" sz="1200" dirty="0">
                <a:latin typeface="Consolas" panose="020B0609020204030204" pitchFamily="49" charset="0"/>
              </a:rPr>
              <a:t>(Role::class);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  <a:endParaRPr lang="id-ID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To define the "inverse" of a many-to-many relationship, you should define a method on the related model which also returns the result of the </a:t>
            </a:r>
            <a:r>
              <a:rPr lang="en-US" dirty="0" err="1">
                <a:latin typeface="Consolas" panose="020B0609020204030204" pitchFamily="49" charset="0"/>
              </a:rPr>
              <a:t>belongsToMany</a:t>
            </a:r>
            <a:r>
              <a:rPr lang="en-US" dirty="0"/>
              <a:t> method. To complete our user / role example, let's define the </a:t>
            </a:r>
            <a:r>
              <a:rPr lang="en-US" dirty="0">
                <a:latin typeface="Consolas" panose="020B0609020204030204" pitchFamily="49" charset="0"/>
              </a:rPr>
              <a:t>users</a:t>
            </a:r>
            <a:r>
              <a:rPr lang="en-US" dirty="0"/>
              <a:t> method on the </a:t>
            </a:r>
            <a:r>
              <a:rPr lang="en-US" dirty="0">
                <a:latin typeface="Consolas" panose="020B0609020204030204" pitchFamily="49" charset="0"/>
              </a:rPr>
              <a:t>Role</a:t>
            </a:r>
            <a:r>
              <a:rPr lang="en-US" dirty="0"/>
              <a:t> model: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4892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Many To Many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3506" y="3543459"/>
            <a:ext cx="7104958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200" dirty="0">
                <a:latin typeface="Consolas" panose="020B0609020204030204" pitchFamily="49" charset="0"/>
              </a:rPr>
              <a:t>&lt;?php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namespace App\Models;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use Illuminate\Database\Eloquent\Model;</a:t>
            </a:r>
          </a:p>
          <a:p>
            <a:endParaRPr lang="id-ID" sz="1200" dirty="0">
              <a:latin typeface="Consolas" panose="020B0609020204030204" pitchFamily="49" charset="0"/>
            </a:endParaRPr>
          </a:p>
          <a:p>
            <a:r>
              <a:rPr lang="id-ID" sz="1200" dirty="0">
                <a:latin typeface="Consolas" panose="020B0609020204030204" pitchFamily="49" charset="0"/>
              </a:rPr>
              <a:t>class Role extends Model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{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</a:t>
            </a:r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 The users that belong to the role.</a:t>
            </a:r>
          </a:p>
          <a:p>
            <a:r>
              <a:rPr lang="id-ID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 */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public function users()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    return $this-&gt;belongsToMany(User::class);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id-ID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5145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1800225"/>
            <a:ext cx="7405439" cy="4669198"/>
          </a:xfrm>
        </p:spPr>
        <p:txBody>
          <a:bodyPr>
            <a:noAutofit/>
          </a:bodyPr>
          <a:lstStyle/>
          <a:p>
            <a:pPr algn="just"/>
            <a:r>
              <a:rPr lang="en-US" sz="1800" dirty="0"/>
              <a:t>In addition to actually removing records from your database, Eloquent can also "soft delete" models. When models are soft deleted, they are not actually removed from your database. Instead, a </a:t>
            </a:r>
            <a:r>
              <a:rPr lang="en-US" sz="1800" dirty="0" err="1">
                <a:latin typeface="Consolas" panose="020B0609020204030204" pitchFamily="49" charset="0"/>
              </a:rPr>
              <a:t>deleted_at</a:t>
            </a:r>
            <a:r>
              <a:rPr lang="en-US" sz="1800" dirty="0"/>
              <a:t> attribute is set on the model indicating the date and time at which the model was "deleted". To enable soft deletes for a model, add the </a:t>
            </a:r>
            <a:r>
              <a:rPr lang="en-US" sz="1800" dirty="0">
                <a:latin typeface="Consolas" panose="020B0609020204030204" pitchFamily="49" charset="0"/>
              </a:rPr>
              <a:t>Illuminate\Database\Eloquent\</a:t>
            </a:r>
            <a:r>
              <a:rPr lang="en-US" sz="1800" dirty="0" err="1">
                <a:latin typeface="Consolas" panose="020B0609020204030204" pitchFamily="49" charset="0"/>
              </a:rPr>
              <a:t>SoftDeletes</a:t>
            </a:r>
            <a:r>
              <a:rPr lang="en-US" sz="1800" dirty="0"/>
              <a:t> trait to the model:</a:t>
            </a:r>
            <a:endParaRPr lang="id-ID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3041487" y="493385"/>
            <a:ext cx="2500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/>
              <a:t>Soft Deletes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529" y="3946870"/>
            <a:ext cx="7104958" cy="2462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400" dirty="0">
                <a:latin typeface="Consolas" panose="020B0609020204030204" pitchFamily="49" charset="0"/>
              </a:rPr>
              <a:t>&lt;?php</a:t>
            </a:r>
          </a:p>
          <a:p>
            <a:endParaRPr lang="id-ID" sz="1400" dirty="0">
              <a:latin typeface="Consolas" panose="020B0609020204030204" pitchFamily="49" charset="0"/>
            </a:endParaRPr>
          </a:p>
          <a:p>
            <a:r>
              <a:rPr lang="id-ID" sz="1400" dirty="0">
                <a:latin typeface="Consolas" panose="020B0609020204030204" pitchFamily="49" charset="0"/>
              </a:rPr>
              <a:t>namespace App\Models;</a:t>
            </a:r>
          </a:p>
          <a:p>
            <a:endParaRPr lang="id-ID" sz="1400" dirty="0">
              <a:latin typeface="Consolas" panose="020B0609020204030204" pitchFamily="49" charset="0"/>
            </a:endParaRPr>
          </a:p>
          <a:p>
            <a:r>
              <a:rPr lang="id-ID" sz="1400" dirty="0">
                <a:latin typeface="Consolas" panose="020B0609020204030204" pitchFamily="49" charset="0"/>
              </a:rPr>
              <a:t>use Illuminate\Database\Eloquent\Model;</a:t>
            </a:r>
          </a:p>
          <a:p>
            <a:r>
              <a:rPr lang="id-ID" sz="1400" dirty="0">
                <a:latin typeface="Consolas" panose="020B0609020204030204" pitchFamily="49" charset="0"/>
              </a:rPr>
              <a:t>use Illuminate\Database\Eloquent\SoftDeletes;</a:t>
            </a:r>
          </a:p>
          <a:p>
            <a:endParaRPr lang="id-ID" sz="1400" dirty="0">
              <a:latin typeface="Consolas" panose="020B0609020204030204" pitchFamily="49" charset="0"/>
            </a:endParaRPr>
          </a:p>
          <a:p>
            <a:r>
              <a:rPr lang="id-ID" sz="1400" dirty="0">
                <a:latin typeface="Consolas" panose="020B0609020204030204" pitchFamily="49" charset="0"/>
              </a:rPr>
              <a:t>class Flight extends Model</a:t>
            </a:r>
          </a:p>
          <a:p>
            <a:r>
              <a:rPr lang="id-ID" sz="1400" dirty="0">
                <a:latin typeface="Consolas" panose="020B0609020204030204" pitchFamily="49" charset="0"/>
              </a:rPr>
              <a:t>{</a:t>
            </a:r>
          </a:p>
          <a:p>
            <a:r>
              <a:rPr lang="id-ID" sz="1400" dirty="0">
                <a:latin typeface="Consolas" panose="020B0609020204030204" pitchFamily="49" charset="0"/>
              </a:rPr>
              <a:t>    use SoftDeletes;</a:t>
            </a:r>
          </a:p>
          <a:p>
            <a:r>
              <a:rPr lang="id-ID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587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863" y="1857376"/>
            <a:ext cx="7232650" cy="45005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Andy Turner</a:t>
            </a:r>
            <a:r>
              <a:rPr lang="id-ID" dirty="0"/>
              <a:t>. (202</a:t>
            </a:r>
            <a:r>
              <a:rPr lang="en-US" dirty="0"/>
              <a:t>2</a:t>
            </a:r>
            <a:r>
              <a:rPr lang="id-ID" dirty="0"/>
              <a:t>). </a:t>
            </a:r>
            <a:r>
              <a:rPr lang="en-US" dirty="0"/>
              <a:t>Laravel 9.x | PHP Learning Laravel with Easiest Way: The book will teach you Laravel 9.x step by </a:t>
            </a:r>
            <a:r>
              <a:rPr lang="en-US"/>
              <a:t>step.</a:t>
            </a:r>
            <a:endParaRPr lang="id-ID" dirty="0"/>
          </a:p>
          <a:p>
            <a:r>
              <a:rPr lang="id-ID" dirty="0"/>
              <a:t>Andre Pratama. (2019). Laravel Uncover. DuniaIlkom.</a:t>
            </a:r>
            <a:endParaRPr lang="en-US" dirty="0"/>
          </a:p>
          <a:p>
            <a:r>
              <a:rPr lang="id-ID" dirty="0"/>
              <a:t>http://agussuratna.net/2021/04/16/tutorial-laravel-8-seeding-dan-faker-pada-laravel/</a:t>
            </a:r>
          </a:p>
          <a:p>
            <a:r>
              <a:rPr lang="id-ID" dirty="0">
                <a:hlinkClick r:id="rId2"/>
              </a:rPr>
              <a:t>https://laravel.com/docs/8.x/eloquent-relationships#one-to-one</a:t>
            </a:r>
            <a:endParaRPr lang="id-ID" dirty="0"/>
          </a:p>
          <a:p>
            <a:r>
              <a:rPr lang="id-ID" dirty="0">
                <a:hlinkClick r:id="rId3"/>
              </a:rPr>
              <a:t>https://laravel.com/docs/8.x/eloquent-relationships#one-to-many</a:t>
            </a:r>
            <a:endParaRPr lang="id-ID" dirty="0"/>
          </a:p>
          <a:p>
            <a:r>
              <a:rPr lang="id-ID" dirty="0">
                <a:hlinkClick r:id="rId4"/>
              </a:rPr>
              <a:t>https://laravel.com/docs/8.x/eloquent-relationships#many-to-many</a:t>
            </a:r>
            <a:endParaRPr lang="id-ID" dirty="0"/>
          </a:p>
          <a:p>
            <a:r>
              <a:rPr lang="id-ID" dirty="0">
                <a:hlinkClick r:id="rId5"/>
              </a:rPr>
              <a:t>https://laravel.com/docs/8.x/eloquent#soft-deleting</a:t>
            </a:r>
            <a:endParaRPr lang="id-ID" dirty="0"/>
          </a:p>
          <a:p>
            <a:r>
              <a:rPr lang="id-ID" dirty="0">
                <a:hlinkClick r:id="rId6"/>
              </a:rPr>
              <a:t>https://www.youtube.com/watch?v=g-63ClKANsM</a:t>
            </a:r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816114"/>
            <a:ext cx="2519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9fdf624c-fedc-4f6c-b928-0c7bf4c9e100">J56STF5CZXNR-2061195910-86628</_dlc_DocId>
    <_dlc_DocIdUrl xmlns="9fdf624c-fedc-4f6c-b928-0c7bf4c9e100">
      <Url>https://binusianorg.sharepoint.com/sites/arc/_layouts/15/DocIdRedir.aspx?ID=J56STF5CZXNR-2061195910-86628</Url>
      <Description>J56STF5CZXNR-2061195910-86628</Description>
    </_dlc_DocIdUrl>
    <_Flow_SignoffStatus xmlns="47793baa-3cbb-486e-a055-4d42ce3882d7" xsi:nil="true"/>
    <_Version xmlns="http://schemas.microsoft.com/sharepoint/v3/fields" xsi:nil="true"/>
  </documentManagement>
</p:properties>
</file>

<file path=customXml/itemProps1.xml><?xml version="1.0" encoding="utf-8"?>
<ds:datastoreItem xmlns:ds="http://schemas.openxmlformats.org/officeDocument/2006/customXml" ds:itemID="{DA27E6A1-4B31-4B68-BB9B-EC8C8D90C2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F407E0-1B82-47EE-A43A-F0F12C56C1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41729A-A63A-46AA-9831-382E5C608B0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1F840B04-BA1C-4E6A-938B-F2AF8924BB09}">
  <ds:schemaRefs>
    <ds:schemaRef ds:uri="http://purl.org/dc/dcmitype/"/>
    <ds:schemaRef ds:uri="9fdf624c-fedc-4f6c-b928-0c7bf4c9e100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47793baa-3cbb-486e-a055-4d42ce3882d7"/>
    <ds:schemaRef ds:uri="http://schemas.microsoft.com/office/infopath/2007/PartnerControls"/>
    <ds:schemaRef ds:uri="http://schemas.openxmlformats.org/package/2006/metadata/core-properties"/>
    <ds:schemaRef ds:uri="http://schemas.microsoft.com/sharepoint/v3/field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2275</TotalTime>
  <Words>1257</Words>
  <Application>Microsoft Office PowerPoint</Application>
  <PresentationFormat>On-screen Show (4:3)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Open Sans</vt:lpstr>
      <vt:lpstr>Template PPT 2015</vt:lpstr>
      <vt:lpstr>Migration &amp; Eloquent ORM 2   Session 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Reinert Y Rumagit</cp:lastModifiedBy>
  <cp:revision>622</cp:revision>
  <dcterms:created xsi:type="dcterms:W3CDTF">2015-05-04T03:33:03Z</dcterms:created>
  <dcterms:modified xsi:type="dcterms:W3CDTF">2023-02-26T18:31:06Z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b5cd0a22-de41-4721-9623-974446a56cb4</vt:lpwstr>
  </property>
</Properties>
</file>